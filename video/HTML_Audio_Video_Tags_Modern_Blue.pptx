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3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84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9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86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9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0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0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6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5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947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36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9507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61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69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7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4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HTML Audio &amp; Video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Web Development (HTML5)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Presented by: Usman </a:t>
            </a:r>
            <a:r>
              <a:rPr dirty="0" err="1"/>
              <a:t>Zahid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HTML5 introduced &lt;audio&gt; and &lt;video&gt; tags to embed media directly into web pages.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Previously, plugins like Flash or QuickTime were required.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These tags offer native browser support for multimedia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&lt;audio&gt;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Used to embed sound in web pages.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Common formats: MP3, OGG, </a:t>
            </a:r>
            <a:r>
              <a:rPr dirty="0" smtClean="0"/>
              <a:t>WAV</a:t>
            </a:r>
            <a:endParaRPr lang="en-US" dirty="0" smtClean="0"/>
          </a:p>
          <a:p>
            <a:pPr>
              <a:defRPr sz="2000">
                <a:solidFill>
                  <a:srgbClr val="E6E6E6"/>
                </a:solidFill>
              </a:defRPr>
            </a:pPr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Example: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&lt;audio controls&gt;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  &lt;source </a:t>
            </a:r>
            <a:r>
              <a:rPr dirty="0" err="1"/>
              <a:t>src</a:t>
            </a:r>
            <a:r>
              <a:rPr dirty="0"/>
              <a:t>='audio.mp3' type='audio/mpeg'&gt;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  Your browser does not support the audio element.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&lt;/audio&gt;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Audio Tag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controls → Displays play/pause/volume buttons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autoplay → Plays automatically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loop → Repeats audio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muted → Starts muted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src → Audio file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&lt;video&gt;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Used to embed video in web pages.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Common formats: MP4, </a:t>
            </a:r>
            <a:r>
              <a:rPr dirty="0" err="1"/>
              <a:t>WebM</a:t>
            </a:r>
            <a:r>
              <a:rPr dirty="0"/>
              <a:t>, OGG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Example: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&lt;video width='320' height='240' controls&gt;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  &lt;source </a:t>
            </a:r>
            <a:r>
              <a:rPr dirty="0" err="1"/>
              <a:t>src</a:t>
            </a:r>
            <a:r>
              <a:rPr dirty="0"/>
              <a:t>='movie.mp4' type='video/mp4'&gt;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  Your browser does not support the video tag.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dirty="0"/>
              <a:t>&lt;/video&gt;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Video Tag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controls → Shows playback controls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autoplay → Starts automatically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loop → Repeats video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muted → Starts muted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poster → Displays an image before play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width/height → Video dimensions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Audio and Video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  <a:defRPr sz="2000">
                <a:solidFill>
                  <a:srgbClr val="E6E6E6"/>
                </a:solidFill>
              </a:defRPr>
            </a:pPr>
            <a:r>
              <a:rPr lang="en-US" sz="2600" b="1" dirty="0" smtClean="0"/>
              <a:t>Audio:</a:t>
            </a:r>
            <a:endParaRPr lang="en-US" b="1" dirty="0" smtClean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 smtClean="0"/>
              <a:t>&lt;</a:t>
            </a:r>
            <a:r>
              <a:rPr dirty="0"/>
              <a:t>h2&gt;Sample Audio&lt;/h2&gt;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&lt;audio controls&gt;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  &lt;source </a:t>
            </a:r>
            <a:r>
              <a:rPr dirty="0" err="1"/>
              <a:t>src</a:t>
            </a:r>
            <a:r>
              <a:rPr dirty="0"/>
              <a:t>='song.mp3' type='audio/mpeg'&gt;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&lt;/audio&gt;</a:t>
            </a:r>
          </a:p>
          <a:p>
            <a:pPr marL="0" indent="0" algn="ctr">
              <a:buNone/>
              <a:defRPr sz="2000">
                <a:solidFill>
                  <a:srgbClr val="E6E6E6"/>
                </a:solidFill>
              </a:defRPr>
            </a:pPr>
            <a:r>
              <a:rPr lang="en-US" sz="2600" b="1" dirty="0" smtClean="0"/>
              <a:t>Video:</a:t>
            </a:r>
            <a:endParaRPr sz="2200" b="1"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&lt;h2&gt;Sample Video&lt;/h2&gt;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&lt;video width='400' controls&gt;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  &lt;source </a:t>
            </a:r>
            <a:r>
              <a:rPr dirty="0" err="1"/>
              <a:t>src</a:t>
            </a:r>
            <a:r>
              <a:rPr dirty="0"/>
              <a:t>='demo.mp4' type='video/mp4'&gt;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&lt;/video&gt;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Browser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dirty="0" smtClean="0"/>
              <a:t>Supported </a:t>
            </a:r>
            <a:r>
              <a:rPr dirty="0"/>
              <a:t>in all modern browsers:</a:t>
            </a:r>
          </a:p>
          <a:p>
            <a:pPr marL="0" indent="0">
              <a:buNone/>
              <a:defRPr sz="2000">
                <a:solidFill>
                  <a:srgbClr val="E6E6E6"/>
                </a:solidFill>
              </a:defRPr>
            </a:pPr>
            <a:r>
              <a:rPr b="1" dirty="0"/>
              <a:t>Chrome, Firefox, Safari, Edge, Opera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 smtClean="0"/>
              <a:t>Older </a:t>
            </a:r>
            <a:r>
              <a:rPr dirty="0"/>
              <a:t>browsers may need fallback text or alternate formats.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✔ Easy to implement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✔ No need for external plugins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✔ Mobile and desktop compatible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✔ Supports multiple media formats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The &lt;audio&gt; and &lt;video&gt; tags simplify adding multimedia.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Use &lt;source&gt; to support various formats.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Always include controls and fallback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Prepared by: Usman </a:t>
            </a:r>
            <a:r>
              <a:rPr dirty="0" err="1"/>
              <a:t>Zahid</a:t>
            </a:r>
            <a:endParaRPr dirty="0"/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367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HTML Audio &amp; Video Tags</vt:lpstr>
      <vt:lpstr>Introduction</vt:lpstr>
      <vt:lpstr>The &lt;audio&gt; Tag</vt:lpstr>
      <vt:lpstr>Audio Tag Attributes</vt:lpstr>
      <vt:lpstr>The &lt;video&gt; Tag</vt:lpstr>
      <vt:lpstr>Video Tag Attributes</vt:lpstr>
      <vt:lpstr>Audio and Video Example</vt:lpstr>
      <vt:lpstr>Browser Support</vt:lpstr>
      <vt:lpstr>Advantages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Audio &amp; Video Tags</dc:title>
  <dc:subject/>
  <dc:creator/>
  <cp:keywords/>
  <dc:description>generated using python-pptx</dc:description>
  <cp:lastModifiedBy>MMA TECH</cp:lastModifiedBy>
  <cp:revision>2</cp:revision>
  <dcterms:created xsi:type="dcterms:W3CDTF">2013-01-27T09:14:16Z</dcterms:created>
  <dcterms:modified xsi:type="dcterms:W3CDTF">2025-11-13T08:08:41Z</dcterms:modified>
  <cp:category/>
</cp:coreProperties>
</file>